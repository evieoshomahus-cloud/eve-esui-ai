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sldIdLst>
    <p:sldId id="257" r:id="rId3"/>
    <p:sldId id="310" r:id="rId4"/>
    <p:sldId id="311" r:id="rId5"/>
    <p:sldId id="312" r:id="rId6"/>
    <p:sldId id="335" r:id="rId7"/>
    <p:sldId id="336" r:id="rId8"/>
    <p:sldId id="338" r:id="rId9"/>
    <p:sldId id="339" r:id="rId10"/>
    <p:sldId id="340" r:id="rId11"/>
    <p:sldId id="342" r:id="rId12"/>
    <p:sldId id="341" r:id="rId13"/>
    <p:sldId id="343" r:id="rId14"/>
    <p:sldId id="344" r:id="rId15"/>
    <p:sldId id="345" r:id="rId16"/>
    <p:sldId id="346" r:id="rId17"/>
    <p:sldId id="349" r:id="rId18"/>
    <p:sldId id="347" r:id="rId19"/>
    <p:sldId id="348" r:id="rId20"/>
    <p:sldId id="351" r:id="rId21"/>
    <p:sldId id="352" r:id="rId22"/>
    <p:sldId id="32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notesMaster" Target="notesMasters/notesMaster1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4AC43-2DB5-46A6-9BBC-6D8A061A3852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604F6-8C26-4312-8BD7-794C52112BC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4AC43-2DB5-46A6-9BBC-6D8A061A3852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604F6-8C26-4312-8BD7-794C52112BC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4AC43-2DB5-46A6-9BBC-6D8A061A3852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604F6-8C26-4312-8BD7-794C52112BC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4AC43-2DB5-46A6-9BBC-6D8A061A3852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604F6-8C26-4312-8BD7-794C52112BC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4AC43-2DB5-46A6-9BBC-6D8A061A3852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604F6-8C26-4312-8BD7-794C52112BC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4AC43-2DB5-46A6-9BBC-6D8A061A3852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604F6-8C26-4312-8BD7-794C52112BC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4AC43-2DB5-46A6-9BBC-6D8A061A3852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604F6-8C26-4312-8BD7-794C52112BC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4AC43-2DB5-46A6-9BBC-6D8A061A3852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604F6-8C26-4312-8BD7-794C52112BC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4AC43-2DB5-46A6-9BBC-6D8A061A3852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604F6-8C26-4312-8BD7-794C52112BC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4AC43-2DB5-46A6-9BBC-6D8A061A3852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604F6-8C26-4312-8BD7-794C52112BC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4AC43-2DB5-46A6-9BBC-6D8A061A3852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604F6-8C26-4312-8BD7-794C52112BC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84AC43-2DB5-46A6-9BBC-6D8A061A3852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D604F6-8C26-4312-8BD7-794C52112BC3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8"/>
          <p:cNvSpPr/>
          <p:nvPr/>
        </p:nvSpPr>
        <p:spPr>
          <a:xfrm rot="5400000">
            <a:off x="5986589" y="554546"/>
            <a:ext cx="219456" cy="12198350"/>
          </a:xfrm>
          <a:prstGeom prst="rect">
            <a:avLst/>
          </a:prstGeom>
          <a:solidFill>
            <a:srgbClr val="004B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latin typeface="Museo Sans 700" panose="02000000000000000000" pitchFamily="50" charset="0"/>
            </a:endParaRPr>
          </a:p>
        </p:txBody>
      </p:sp>
      <p:sp>
        <p:nvSpPr>
          <p:cNvPr id="7" name="Rectangle 2"/>
          <p:cNvSpPr/>
          <p:nvPr/>
        </p:nvSpPr>
        <p:spPr>
          <a:xfrm rot="5400000">
            <a:off x="6046469" y="716118"/>
            <a:ext cx="100584" cy="12198096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atin typeface="Museo Sans 700" panose="02000000000000000000" pitchFamily="50" charset="0"/>
            </a:endParaRPr>
          </a:p>
        </p:txBody>
      </p:sp>
      <p:pic>
        <p:nvPicPr>
          <p:cNvPr id="2" name="Picture 1" descr="edsui-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31730" y="2104390"/>
            <a:ext cx="2014855" cy="20262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816210" y="44640"/>
            <a:ext cx="118189" cy="649224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5" name="TextBox 5"/>
          <p:cNvSpPr txBox="1"/>
          <p:nvPr/>
        </p:nvSpPr>
        <p:spPr>
          <a:xfrm>
            <a:off x="10795" y="-17780"/>
            <a:ext cx="9805670" cy="65608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1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AND IMPLEMENTATION OF A WEB BASED HOTEL MANAGEMENT SYSTEM</a:t>
            </a:r>
            <a:endParaRPr lang="en-US" altLang="en-US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en-US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8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  <a:endParaRPr lang="en-US" altLang="en-US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80000"/>
              </a:lnSpc>
            </a:pPr>
            <a:endParaRPr lang="en-US" altLang="en-US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 OF STUDENT</a:t>
            </a:r>
            <a:endParaRPr lang="en-US" altLang="en-US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FSC/CSC/12345678</a:t>
            </a:r>
            <a:endParaRPr lang="en-US" altLang="en-US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</a:pPr>
            <a:endParaRPr lang="en-US" altLang="zh-CN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</a:t>
            </a:r>
            <a:endParaRPr lang="en-US" altLang="zh-CN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FACULTY OF SCIENCES</a:t>
            </a:r>
            <a:endParaRPr lang="en-US" altLang="zh-CN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EDO STATE UNIVERSITY IYAMHO</a:t>
            </a:r>
            <a:endParaRPr lang="en-US" altLang="zh-CN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SUPERVISOR: ______________</a:t>
            </a:r>
            <a:endParaRPr lang="en-US" altLang="zh-CN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8"/>
          <p:cNvSpPr/>
          <p:nvPr/>
        </p:nvSpPr>
        <p:spPr>
          <a:xfrm rot="5400000">
            <a:off x="5986589" y="554546"/>
            <a:ext cx="219456" cy="12198350"/>
          </a:xfrm>
          <a:prstGeom prst="rect">
            <a:avLst/>
          </a:prstGeom>
          <a:solidFill>
            <a:srgbClr val="004B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latin typeface="Museo Sans 700" panose="02000000000000000000" pitchFamily="50" charset="0"/>
            </a:endParaRPr>
          </a:p>
        </p:txBody>
      </p:sp>
      <p:sp>
        <p:nvSpPr>
          <p:cNvPr id="7" name="Rectangle 2"/>
          <p:cNvSpPr/>
          <p:nvPr/>
        </p:nvSpPr>
        <p:spPr>
          <a:xfrm rot="5400000">
            <a:off x="6046469" y="716118"/>
            <a:ext cx="100584" cy="12198096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atin typeface="Museo Sans 700" panose="02000000000000000000" pitchFamily="50" charset="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0795" y="-17780"/>
            <a:ext cx="12180570" cy="65608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32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BACKGROUND OF THE STUDY</a:t>
            </a:r>
            <a:endParaRPr lang="en-US" alt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8"/>
          <p:cNvSpPr/>
          <p:nvPr/>
        </p:nvSpPr>
        <p:spPr>
          <a:xfrm rot="5400000">
            <a:off x="5986589" y="554546"/>
            <a:ext cx="219456" cy="12198350"/>
          </a:xfrm>
          <a:prstGeom prst="rect">
            <a:avLst/>
          </a:prstGeom>
          <a:solidFill>
            <a:srgbClr val="004B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latin typeface="Museo Sans 700" panose="02000000000000000000" pitchFamily="50" charset="0"/>
            </a:endParaRPr>
          </a:p>
        </p:txBody>
      </p:sp>
      <p:sp>
        <p:nvSpPr>
          <p:cNvPr id="7" name="Rectangle 2"/>
          <p:cNvSpPr/>
          <p:nvPr/>
        </p:nvSpPr>
        <p:spPr>
          <a:xfrm rot="5400000">
            <a:off x="6046469" y="716118"/>
            <a:ext cx="100584" cy="12198096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atin typeface="Museo Sans 700" panose="02000000000000000000" pitchFamily="50" charset="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0795" y="-17780"/>
            <a:ext cx="12184380" cy="65608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en-US" sz="32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STATEMENT OF THE PROBLEM</a:t>
            </a:r>
            <a:endParaRPr lang="en-US" altLang="en-US" sz="3600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3600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altLang="en-GB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8"/>
          <p:cNvSpPr/>
          <p:nvPr/>
        </p:nvSpPr>
        <p:spPr>
          <a:xfrm rot="5400000">
            <a:off x="5986589" y="554546"/>
            <a:ext cx="219456" cy="12198350"/>
          </a:xfrm>
          <a:prstGeom prst="rect">
            <a:avLst/>
          </a:prstGeom>
          <a:solidFill>
            <a:srgbClr val="004B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latin typeface="Museo Sans 700" panose="02000000000000000000" pitchFamily="50" charset="0"/>
            </a:endParaRPr>
          </a:p>
        </p:txBody>
      </p:sp>
      <p:sp>
        <p:nvSpPr>
          <p:cNvPr id="7" name="Rectangle 2"/>
          <p:cNvSpPr/>
          <p:nvPr/>
        </p:nvSpPr>
        <p:spPr>
          <a:xfrm rot="5400000">
            <a:off x="6046469" y="716118"/>
            <a:ext cx="100584" cy="12198096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atin typeface="Museo Sans 700" panose="02000000000000000000" pitchFamily="50" charset="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9685" y="58420"/>
            <a:ext cx="12172315" cy="65608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32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AIM AND OBJECTIVES</a:t>
            </a:r>
            <a:endParaRPr lang="en-US" altLang="zh-CN" sz="3600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</a:pPr>
            <a:endParaRPr lang="en-US" altLang="en-GB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8"/>
          <p:cNvSpPr/>
          <p:nvPr/>
        </p:nvSpPr>
        <p:spPr>
          <a:xfrm rot="5400000">
            <a:off x="5986589" y="554546"/>
            <a:ext cx="219456" cy="12198350"/>
          </a:xfrm>
          <a:prstGeom prst="rect">
            <a:avLst/>
          </a:prstGeom>
          <a:solidFill>
            <a:srgbClr val="004B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latin typeface="Museo Sans 700" panose="02000000000000000000" pitchFamily="50" charset="0"/>
            </a:endParaRPr>
          </a:p>
        </p:txBody>
      </p:sp>
      <p:sp>
        <p:nvSpPr>
          <p:cNvPr id="7" name="Rectangle 2"/>
          <p:cNvSpPr/>
          <p:nvPr/>
        </p:nvSpPr>
        <p:spPr>
          <a:xfrm rot="5400000">
            <a:off x="6046469" y="716118"/>
            <a:ext cx="100584" cy="12198096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atin typeface="Museo Sans 700" panose="02000000000000000000" pitchFamily="50" charset="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9685" y="57785"/>
            <a:ext cx="12172315" cy="65608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32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SIGNIFICANCE OF THE STUDY</a:t>
            </a:r>
            <a:endParaRPr lang="en-US" altLang="en-GB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8"/>
          <p:cNvSpPr/>
          <p:nvPr/>
        </p:nvSpPr>
        <p:spPr>
          <a:xfrm rot="5400000">
            <a:off x="5986589" y="554546"/>
            <a:ext cx="219456" cy="12198350"/>
          </a:xfrm>
          <a:prstGeom prst="rect">
            <a:avLst/>
          </a:prstGeom>
          <a:solidFill>
            <a:srgbClr val="004B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latin typeface="Museo Sans 700" panose="02000000000000000000" pitchFamily="50" charset="0"/>
            </a:endParaRPr>
          </a:p>
        </p:txBody>
      </p:sp>
      <p:sp>
        <p:nvSpPr>
          <p:cNvPr id="7" name="Rectangle 2"/>
          <p:cNvSpPr/>
          <p:nvPr/>
        </p:nvSpPr>
        <p:spPr>
          <a:xfrm rot="5400000">
            <a:off x="6046469" y="716118"/>
            <a:ext cx="100584" cy="12198096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atin typeface="Museo Sans 700" panose="02000000000000000000" pitchFamily="50" charset="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9685" y="-17780"/>
            <a:ext cx="12175490" cy="65608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32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US" altLang="en-GB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8"/>
          <p:cNvSpPr/>
          <p:nvPr/>
        </p:nvSpPr>
        <p:spPr>
          <a:xfrm rot="5400000">
            <a:off x="5986589" y="554546"/>
            <a:ext cx="219456" cy="12198350"/>
          </a:xfrm>
          <a:prstGeom prst="rect">
            <a:avLst/>
          </a:prstGeom>
          <a:solidFill>
            <a:srgbClr val="004B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latin typeface="Museo Sans 700" panose="02000000000000000000" pitchFamily="50" charset="0"/>
            </a:endParaRPr>
          </a:p>
        </p:txBody>
      </p:sp>
      <p:sp>
        <p:nvSpPr>
          <p:cNvPr id="7" name="Rectangle 2"/>
          <p:cNvSpPr/>
          <p:nvPr/>
        </p:nvSpPr>
        <p:spPr>
          <a:xfrm rot="5400000">
            <a:off x="6046469" y="716118"/>
            <a:ext cx="100584" cy="12198096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atin typeface="Museo Sans 700" panose="02000000000000000000" pitchFamily="50" charset="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9685" y="-17780"/>
            <a:ext cx="12175490" cy="65608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32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ANALYSIS OF THE EXISTING SYSTEM</a:t>
            </a:r>
            <a:endParaRPr lang="en-US" altLang="en-GB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8"/>
          <p:cNvSpPr/>
          <p:nvPr/>
        </p:nvSpPr>
        <p:spPr>
          <a:xfrm rot="5400000">
            <a:off x="5986589" y="554546"/>
            <a:ext cx="219456" cy="12198350"/>
          </a:xfrm>
          <a:prstGeom prst="rect">
            <a:avLst/>
          </a:prstGeom>
          <a:solidFill>
            <a:srgbClr val="004B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latin typeface="Museo Sans 700" panose="02000000000000000000" pitchFamily="50" charset="0"/>
            </a:endParaRPr>
          </a:p>
        </p:txBody>
      </p:sp>
      <p:sp>
        <p:nvSpPr>
          <p:cNvPr id="7" name="Rectangle 2"/>
          <p:cNvSpPr/>
          <p:nvPr/>
        </p:nvSpPr>
        <p:spPr>
          <a:xfrm rot="5400000">
            <a:off x="6046469" y="716118"/>
            <a:ext cx="100584" cy="12198096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atin typeface="Museo Sans 700" panose="02000000000000000000" pitchFamily="50" charset="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9685" y="-17780"/>
            <a:ext cx="12175490" cy="65608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32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OF THE EXISTING SYSTEM</a:t>
            </a:r>
            <a:endParaRPr lang="en-US" altLang="en-GB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8"/>
          <p:cNvSpPr/>
          <p:nvPr/>
        </p:nvSpPr>
        <p:spPr>
          <a:xfrm rot="5400000">
            <a:off x="5986589" y="554546"/>
            <a:ext cx="219456" cy="12198350"/>
          </a:xfrm>
          <a:prstGeom prst="rect">
            <a:avLst/>
          </a:prstGeom>
          <a:solidFill>
            <a:srgbClr val="004B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latin typeface="Museo Sans 700" panose="02000000000000000000" pitchFamily="50" charset="0"/>
            </a:endParaRPr>
          </a:p>
        </p:txBody>
      </p:sp>
      <p:sp>
        <p:nvSpPr>
          <p:cNvPr id="7" name="Rectangle 2"/>
          <p:cNvSpPr/>
          <p:nvPr/>
        </p:nvSpPr>
        <p:spPr>
          <a:xfrm rot="5400000">
            <a:off x="6046469" y="716118"/>
            <a:ext cx="100584" cy="12198096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atin typeface="Museo Sans 700" panose="02000000000000000000" pitchFamily="50" charset="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9685" y="-17780"/>
            <a:ext cx="12175490" cy="65608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32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ANALYSIS OF THE PROPOSED SYSTEM</a:t>
            </a:r>
            <a:endParaRPr lang="en-US" altLang="en-GB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8"/>
          <p:cNvSpPr/>
          <p:nvPr/>
        </p:nvSpPr>
        <p:spPr>
          <a:xfrm rot="5400000">
            <a:off x="5986589" y="554546"/>
            <a:ext cx="219456" cy="12198350"/>
          </a:xfrm>
          <a:prstGeom prst="rect">
            <a:avLst/>
          </a:prstGeom>
          <a:solidFill>
            <a:srgbClr val="004B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latin typeface="Museo Sans 700" panose="02000000000000000000" pitchFamily="50" charset="0"/>
            </a:endParaRPr>
          </a:p>
        </p:txBody>
      </p:sp>
      <p:sp>
        <p:nvSpPr>
          <p:cNvPr id="7" name="Rectangle 2"/>
          <p:cNvSpPr/>
          <p:nvPr/>
        </p:nvSpPr>
        <p:spPr>
          <a:xfrm rot="5400000">
            <a:off x="6046469" y="716118"/>
            <a:ext cx="100584" cy="12198096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atin typeface="Museo Sans 700" panose="02000000000000000000" pitchFamily="50" charset="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9685" y="-17780"/>
            <a:ext cx="12175490" cy="65608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32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METHODOLOGY</a:t>
            </a:r>
            <a:endParaRPr lang="en-US" altLang="en-GB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8"/>
          <p:cNvSpPr/>
          <p:nvPr/>
        </p:nvSpPr>
        <p:spPr>
          <a:xfrm rot="5400000">
            <a:off x="5986589" y="554546"/>
            <a:ext cx="219456" cy="12198350"/>
          </a:xfrm>
          <a:prstGeom prst="rect">
            <a:avLst/>
          </a:prstGeom>
          <a:solidFill>
            <a:srgbClr val="004B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latin typeface="Museo Sans 700" panose="02000000000000000000" pitchFamily="50" charset="0"/>
            </a:endParaRPr>
          </a:p>
        </p:txBody>
      </p:sp>
      <p:sp>
        <p:nvSpPr>
          <p:cNvPr id="7" name="Rectangle 2"/>
          <p:cNvSpPr/>
          <p:nvPr/>
        </p:nvSpPr>
        <p:spPr>
          <a:xfrm rot="5400000">
            <a:off x="6046469" y="716118"/>
            <a:ext cx="100584" cy="12198096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atin typeface="Museo Sans 700" panose="02000000000000000000" pitchFamily="50" charset="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9685" y="-17780"/>
            <a:ext cx="12175490" cy="65608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32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OF THE PROPOSED SYSTEM</a:t>
            </a:r>
            <a:endParaRPr lang="en-US" altLang="en-GB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8"/>
          <p:cNvSpPr/>
          <p:nvPr/>
        </p:nvSpPr>
        <p:spPr>
          <a:xfrm rot="5400000">
            <a:off x="5986589" y="554546"/>
            <a:ext cx="219456" cy="12198350"/>
          </a:xfrm>
          <a:prstGeom prst="rect">
            <a:avLst/>
          </a:prstGeom>
          <a:solidFill>
            <a:srgbClr val="004B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latin typeface="Museo Sans 700" panose="02000000000000000000" pitchFamily="50" charset="0"/>
            </a:endParaRPr>
          </a:p>
        </p:txBody>
      </p:sp>
      <p:sp>
        <p:nvSpPr>
          <p:cNvPr id="7" name="Rectangle 2"/>
          <p:cNvSpPr/>
          <p:nvPr/>
        </p:nvSpPr>
        <p:spPr>
          <a:xfrm rot="5400000">
            <a:off x="6046469" y="716118"/>
            <a:ext cx="100584" cy="12198096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atin typeface="Museo Sans 700" panose="02000000000000000000" pitchFamily="50" charset="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9685" y="-17780"/>
            <a:ext cx="12175490" cy="65608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32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  <a:endParaRPr lang="en-US" altLang="en-GB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8"/>
          <p:cNvSpPr/>
          <p:nvPr/>
        </p:nvSpPr>
        <p:spPr>
          <a:xfrm rot="5400000">
            <a:off x="5986589" y="554546"/>
            <a:ext cx="219456" cy="12198350"/>
          </a:xfrm>
          <a:prstGeom prst="rect">
            <a:avLst/>
          </a:prstGeom>
          <a:solidFill>
            <a:srgbClr val="004B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latin typeface="Museo Sans 700" panose="02000000000000000000" pitchFamily="50" charset="0"/>
            </a:endParaRPr>
          </a:p>
        </p:txBody>
      </p:sp>
      <p:sp>
        <p:nvSpPr>
          <p:cNvPr id="7" name="Rectangle 2"/>
          <p:cNvSpPr/>
          <p:nvPr/>
        </p:nvSpPr>
        <p:spPr>
          <a:xfrm rot="5400000">
            <a:off x="6046469" y="716118"/>
            <a:ext cx="100584" cy="12198096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atin typeface="Museo Sans 700" panose="02000000000000000000" pitchFamily="50" charset="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9685" y="-17780"/>
            <a:ext cx="12175490" cy="65608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20000"/>
              </a:lnSpc>
            </a:pPr>
            <a:endParaRPr lang="en-US" altLang="en-GB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</a:pPr>
            <a:endParaRPr lang="en-US" altLang="en-GB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</a:pPr>
            <a:endParaRPr lang="en-US" altLang="en-GB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</a:pPr>
            <a:endParaRPr lang="en-US" altLang="en-GB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</a:pPr>
            <a:r>
              <a:rPr lang="en-US" altLang="en-GB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INCLUDE ANY OTHER DIAGRAM OF THE SYSTEM.</a:t>
            </a:r>
            <a:endParaRPr lang="en-US" altLang="en-GB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</a:pPr>
            <a:r>
              <a:rPr lang="en-US" altLang="en-GB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(USE CASE DIAGRAMS)</a:t>
            </a:r>
            <a:endParaRPr lang="en-US" altLang="en-GB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</a:pPr>
            <a:r>
              <a:rPr lang="en-US" altLang="en-GB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(ENTITY RELATIONSHIP DIAGRAM)</a:t>
            </a:r>
            <a:endParaRPr lang="en-US" altLang="en-GB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</a:pPr>
            <a:r>
              <a:rPr lang="en-US" altLang="en-GB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(FLOW CHARTS)</a:t>
            </a:r>
            <a:endParaRPr lang="en-US" altLang="en-GB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</a:pPr>
            <a:r>
              <a:rPr lang="en-US" altLang="en-GB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(ACTIVITY DIAGRAM)</a:t>
            </a:r>
            <a:endParaRPr lang="en-US" altLang="en-GB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8"/>
          <p:cNvSpPr/>
          <p:nvPr/>
        </p:nvSpPr>
        <p:spPr>
          <a:xfrm rot="5400000">
            <a:off x="5986589" y="554546"/>
            <a:ext cx="219456" cy="12198350"/>
          </a:xfrm>
          <a:prstGeom prst="rect">
            <a:avLst/>
          </a:prstGeom>
          <a:solidFill>
            <a:srgbClr val="004B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latin typeface="Museo Sans 700" panose="02000000000000000000" pitchFamily="50" charset="0"/>
            </a:endParaRPr>
          </a:p>
        </p:txBody>
      </p:sp>
      <p:sp>
        <p:nvSpPr>
          <p:cNvPr id="7" name="Rectangle 2"/>
          <p:cNvSpPr/>
          <p:nvPr/>
        </p:nvSpPr>
        <p:spPr>
          <a:xfrm rot="5400000">
            <a:off x="6046469" y="716118"/>
            <a:ext cx="100584" cy="12198096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atin typeface="Museo Sans 700" panose="02000000000000000000" pitchFamily="50" charset="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9685" y="-17780"/>
            <a:ext cx="12175490" cy="65608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altLang="en-GB" sz="28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OVERVIEW OF IMPLEMENTATION</a:t>
            </a:r>
            <a:endParaRPr lang="en-US" altLang="en-GB" sz="2800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8"/>
          <p:cNvSpPr/>
          <p:nvPr/>
        </p:nvSpPr>
        <p:spPr>
          <a:xfrm rot="5400000">
            <a:off x="5986589" y="554546"/>
            <a:ext cx="219456" cy="12198350"/>
          </a:xfrm>
          <a:prstGeom prst="rect">
            <a:avLst/>
          </a:prstGeom>
          <a:solidFill>
            <a:srgbClr val="004B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latin typeface="Museo Sans 700" panose="02000000000000000000" pitchFamily="50" charset="0"/>
            </a:endParaRPr>
          </a:p>
        </p:txBody>
      </p:sp>
      <p:sp>
        <p:nvSpPr>
          <p:cNvPr id="7" name="Rectangle 2"/>
          <p:cNvSpPr/>
          <p:nvPr/>
        </p:nvSpPr>
        <p:spPr>
          <a:xfrm rot="5400000">
            <a:off x="6046469" y="716118"/>
            <a:ext cx="100584" cy="12198096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atin typeface="Museo Sans 700" panose="02000000000000000000" pitchFamily="50" charset="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-93980" y="0"/>
            <a:ext cx="12175490" cy="65608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altLang="en-GB" sz="28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PROCEDURES</a:t>
            </a:r>
            <a:endParaRPr lang="en-US" altLang="en-GB" sz="2800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8"/>
          <p:cNvSpPr/>
          <p:nvPr/>
        </p:nvSpPr>
        <p:spPr>
          <a:xfrm rot="5400000">
            <a:off x="5986589" y="554546"/>
            <a:ext cx="219456" cy="12198350"/>
          </a:xfrm>
          <a:prstGeom prst="rect">
            <a:avLst/>
          </a:prstGeom>
          <a:solidFill>
            <a:srgbClr val="004B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latin typeface="Museo Sans 700" panose="02000000000000000000" pitchFamily="50" charset="0"/>
            </a:endParaRPr>
          </a:p>
        </p:txBody>
      </p:sp>
      <p:sp>
        <p:nvSpPr>
          <p:cNvPr id="7" name="Rectangle 2"/>
          <p:cNvSpPr/>
          <p:nvPr/>
        </p:nvSpPr>
        <p:spPr>
          <a:xfrm rot="5400000">
            <a:off x="6046469" y="716118"/>
            <a:ext cx="100584" cy="12198096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atin typeface="Museo Sans 700" panose="02000000000000000000" pitchFamily="50" charset="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-93980" y="0"/>
            <a:ext cx="12175490" cy="65608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altLang="en-GB" sz="28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 AND TOOLS USED</a:t>
            </a:r>
            <a:endParaRPr lang="en-US" altLang="en-GB" sz="2800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8"/>
          <p:cNvSpPr/>
          <p:nvPr/>
        </p:nvSpPr>
        <p:spPr>
          <a:xfrm rot="5400000">
            <a:off x="5986589" y="554546"/>
            <a:ext cx="219456" cy="12198350"/>
          </a:xfrm>
          <a:prstGeom prst="rect">
            <a:avLst/>
          </a:prstGeom>
          <a:solidFill>
            <a:srgbClr val="004B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latin typeface="Museo Sans 700" panose="02000000000000000000" pitchFamily="50" charset="0"/>
            </a:endParaRPr>
          </a:p>
        </p:txBody>
      </p:sp>
      <p:sp>
        <p:nvSpPr>
          <p:cNvPr id="7" name="Rectangle 2"/>
          <p:cNvSpPr/>
          <p:nvPr/>
        </p:nvSpPr>
        <p:spPr>
          <a:xfrm rot="5400000">
            <a:off x="6046469" y="716118"/>
            <a:ext cx="100584" cy="12198096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atin typeface="Museo Sans 700" panose="02000000000000000000" pitchFamily="50" charset="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9685" y="-17780"/>
            <a:ext cx="12175490" cy="65608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altLang="en-GB" sz="28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INTERFACE/SCREENSHOTS</a:t>
            </a:r>
            <a:endParaRPr lang="en-US" altLang="en-GB" sz="2800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8"/>
          <p:cNvSpPr/>
          <p:nvPr/>
        </p:nvSpPr>
        <p:spPr>
          <a:xfrm rot="5400000">
            <a:off x="5986589" y="554546"/>
            <a:ext cx="219456" cy="12198350"/>
          </a:xfrm>
          <a:prstGeom prst="rect">
            <a:avLst/>
          </a:prstGeom>
          <a:solidFill>
            <a:srgbClr val="004B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latin typeface="Museo Sans 700" panose="02000000000000000000" pitchFamily="50" charset="0"/>
            </a:endParaRPr>
          </a:p>
        </p:txBody>
      </p:sp>
      <p:sp>
        <p:nvSpPr>
          <p:cNvPr id="7" name="Rectangle 2"/>
          <p:cNvSpPr/>
          <p:nvPr/>
        </p:nvSpPr>
        <p:spPr>
          <a:xfrm rot="5400000">
            <a:off x="6046469" y="716118"/>
            <a:ext cx="100584" cy="12198096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atin typeface="Museo Sans 700" panose="02000000000000000000" pitchFamily="50" charset="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9685" y="-17780"/>
            <a:ext cx="12175490" cy="65608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altLang="en-GB" sz="28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DISCUSSION OF RESULTS/EVALUATION</a:t>
            </a:r>
            <a:endParaRPr lang="en-US" altLang="en-GB" sz="2800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8"/>
          <p:cNvSpPr/>
          <p:nvPr/>
        </p:nvSpPr>
        <p:spPr>
          <a:xfrm rot="5400000">
            <a:off x="5986589" y="554546"/>
            <a:ext cx="219456" cy="12198350"/>
          </a:xfrm>
          <a:prstGeom prst="rect">
            <a:avLst/>
          </a:prstGeom>
          <a:solidFill>
            <a:srgbClr val="004B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latin typeface="Museo Sans 700" panose="02000000000000000000" pitchFamily="50" charset="0"/>
            </a:endParaRPr>
          </a:p>
        </p:txBody>
      </p:sp>
      <p:sp>
        <p:nvSpPr>
          <p:cNvPr id="7" name="Rectangle 2"/>
          <p:cNvSpPr/>
          <p:nvPr/>
        </p:nvSpPr>
        <p:spPr>
          <a:xfrm rot="5400000">
            <a:off x="6046469" y="716118"/>
            <a:ext cx="100584" cy="12198096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atin typeface="Museo Sans 700" panose="02000000000000000000" pitchFamily="50" charset="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9685" y="-17780"/>
            <a:ext cx="12175490" cy="65608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altLang="en-GB" sz="28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RECOMMENDATIONS</a:t>
            </a:r>
            <a:endParaRPr lang="en-US" altLang="en-GB" sz="2800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8"/>
          <p:cNvSpPr/>
          <p:nvPr/>
        </p:nvSpPr>
        <p:spPr>
          <a:xfrm rot="5400000">
            <a:off x="5986589" y="554546"/>
            <a:ext cx="219456" cy="12198350"/>
          </a:xfrm>
          <a:prstGeom prst="rect">
            <a:avLst/>
          </a:prstGeom>
          <a:solidFill>
            <a:srgbClr val="004B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latin typeface="Museo Sans 700" panose="02000000000000000000" pitchFamily="50" charset="0"/>
            </a:endParaRPr>
          </a:p>
        </p:txBody>
      </p:sp>
      <p:sp>
        <p:nvSpPr>
          <p:cNvPr id="7" name="Rectangle 2"/>
          <p:cNvSpPr/>
          <p:nvPr/>
        </p:nvSpPr>
        <p:spPr>
          <a:xfrm rot="5400000">
            <a:off x="6046469" y="716118"/>
            <a:ext cx="100584" cy="12198096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atin typeface="Museo Sans 700" panose="02000000000000000000" pitchFamily="50" charset="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9685" y="-17780"/>
            <a:ext cx="12175490" cy="65608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altLang="en-GB" sz="28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SELECTED REFERENCES</a:t>
            </a:r>
            <a:endParaRPr lang="en-US" altLang="en-GB" sz="2800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8"/>
          <p:cNvSpPr/>
          <p:nvPr/>
        </p:nvSpPr>
        <p:spPr>
          <a:xfrm rot="5400000">
            <a:off x="5986589" y="554546"/>
            <a:ext cx="219456" cy="12198350"/>
          </a:xfrm>
          <a:prstGeom prst="rect">
            <a:avLst/>
          </a:prstGeom>
          <a:solidFill>
            <a:srgbClr val="004B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latin typeface="Museo Sans 700" panose="02000000000000000000" pitchFamily="50" charset="0"/>
            </a:endParaRPr>
          </a:p>
        </p:txBody>
      </p:sp>
      <p:sp>
        <p:nvSpPr>
          <p:cNvPr id="7" name="Rectangle 2"/>
          <p:cNvSpPr/>
          <p:nvPr/>
        </p:nvSpPr>
        <p:spPr>
          <a:xfrm rot="5400000">
            <a:off x="6046469" y="716118"/>
            <a:ext cx="100584" cy="12198096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atin typeface="Museo Sans 700" panose="02000000000000000000" pitchFamily="50" charset="0"/>
            </a:endParaRPr>
          </a:p>
        </p:txBody>
      </p:sp>
      <p:pic>
        <p:nvPicPr>
          <p:cNvPr id="2" name="Picture 1" descr="edsui-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31730" y="2104390"/>
            <a:ext cx="2014855" cy="20262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816210" y="44640"/>
            <a:ext cx="118189" cy="649224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5" name="TextBox 5"/>
          <p:cNvSpPr txBox="1"/>
          <p:nvPr/>
        </p:nvSpPr>
        <p:spPr>
          <a:xfrm>
            <a:off x="10795" y="-17780"/>
            <a:ext cx="9805670" cy="65608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endParaRPr lang="en-US" altLang="zh-CN" sz="8000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8000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sz="1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altLang="zh-CN" sz="115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810</Words>
  <Application>WPS Presentation</Application>
  <PresentationFormat>Widescreen</PresentationFormat>
  <Paragraphs>63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2" baseType="lpstr">
      <vt:lpstr>Arial</vt:lpstr>
      <vt:lpstr>SimSun</vt:lpstr>
      <vt:lpstr>Wingdings</vt:lpstr>
      <vt:lpstr>Museo Sans 700</vt:lpstr>
      <vt:lpstr>Times New Roman</vt:lpstr>
      <vt:lpstr>Wide Latin</vt:lpstr>
      <vt:lpstr>Calibri</vt:lpstr>
      <vt:lpstr>Microsoft YaHei</vt:lpstr>
      <vt:lpstr>Arial Unicode MS</vt:lpstr>
      <vt:lpstr>Calibri Light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AH Msigwa</dc:creator>
  <cp:lastModifiedBy>ADMIN</cp:lastModifiedBy>
  <cp:revision>41</cp:revision>
  <dcterms:created xsi:type="dcterms:W3CDTF">2024-05-27T11:36:00Z</dcterms:created>
  <dcterms:modified xsi:type="dcterms:W3CDTF">2026-05-29T18:21:27Z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FCC433B3A17644FBBA07D7C6A965166E_13</vt:lpwstr>
  </property>
  <property fmtid="{D5CDD505-2E9C-101B-9397-08002B2CF9AE}" pid="3" name="KSOProductBuildVer">
    <vt:lpwstr>1033-12.1.0.26880</vt:lpwstr>
  </property>
</Properties>
</file>